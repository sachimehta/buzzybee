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3b922ec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3b922ec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-Name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-major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-team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-4-7-8 breathing buzz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-scientifically proven to help people with panic, anxiety, or nervousness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Code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4 seconds the device vibrates: red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7 seconds it is quiet as you hold your breath : Blue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8 seconds it buzzes again : Red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1 second break: Off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Then it loops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Electronics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uploaded this code to an arduino nano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Which is powered by a </a:t>
            </a:r>
            <a:r>
              <a:rPr lang="en"/>
              <a:t>rechargeable</a:t>
            </a:r>
            <a:r>
              <a:rPr lang="en"/>
              <a:t> lipo battery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Nano controls a vibration motor and 2 rgb leds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Which I soldered onto a protoboard to save some space in our design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Casing/structure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-Hand shape to give the sensation of holding hand- primary function of calming down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-Structure, base plate, motor hold…battery casing…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application of a RTC clock </a:t>
            </a:r>
            <a:r>
              <a:rPr lang="en"/>
              <a:t>module</a:t>
            </a:r>
            <a:r>
              <a:rPr lang="en"/>
              <a:t> from our original design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LEDS should fade in and out smoothly for improved aesthetics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Silicone casing for comfort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L78wnPSQy0sYYGss607UEmpK07EbMJn5/view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BuzzyBee: Handheld focusing + breathing device 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4935900" y="4568875"/>
            <a:ext cx="420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Sachi Mehta, Cedric Yang, Saul Juarez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6" name="Google Shape;136;p13" title="BuzzyBee Electronics vide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0125" y="1319860"/>
            <a:ext cx="1698700" cy="30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5">
            <a:alphaModFix/>
          </a:blip>
          <a:srcRect b="50000" l="0" r="0" t="0"/>
          <a:stretch/>
        </p:blipFill>
        <p:spPr>
          <a:xfrm>
            <a:off x="3922350" y="1089781"/>
            <a:ext cx="1459975" cy="2165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5">
            <a:alphaModFix/>
          </a:blip>
          <a:srcRect b="0" l="0" r="0" t="48888"/>
          <a:stretch/>
        </p:blipFill>
        <p:spPr>
          <a:xfrm>
            <a:off x="5491313" y="2168026"/>
            <a:ext cx="1339800" cy="203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 title="Screenshot 2025-11-16 005940.png"/>
          <p:cNvPicPr preferRelativeResize="0"/>
          <p:nvPr/>
        </p:nvPicPr>
        <p:blipFill rotWithShape="1">
          <a:blip r:embed="rId6">
            <a:alphaModFix/>
          </a:blip>
          <a:srcRect b="12738" l="0" r="0" t="10243"/>
          <a:stretch/>
        </p:blipFill>
        <p:spPr>
          <a:xfrm>
            <a:off x="491225" y="1089775"/>
            <a:ext cx="2251950" cy="198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 title="Screenshot 2025-11-16 0101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23" y="3294813"/>
            <a:ext cx="1549715" cy="17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 title="Screenshot 2025-11-16 010014.png"/>
          <p:cNvPicPr preferRelativeResize="0"/>
          <p:nvPr/>
        </p:nvPicPr>
        <p:blipFill rotWithShape="1">
          <a:blip r:embed="rId8">
            <a:alphaModFix/>
          </a:blip>
          <a:srcRect b="0" l="0" r="15002" t="0"/>
          <a:stretch/>
        </p:blipFill>
        <p:spPr>
          <a:xfrm>
            <a:off x="2534919" y="3294824"/>
            <a:ext cx="1339794" cy="17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